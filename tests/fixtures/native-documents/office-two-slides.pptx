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Noto Sans CJK KR"/>
              </a:rPr>
              <a:t>합성 자료 첫째 쪽 BLUEBOX17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7315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t>합성 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ORANGECIRCLE42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자료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확인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Noto Sans CJK KR"/>
              </a:rPr>
              <a:t>합성 자료 둘째 쪽 END_NATIVE_DOCUMENT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7315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t>합성 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ORANGECIRCLE42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자료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확인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BARO synthetic fixture</dc:creator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